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4E79"/>
                </a:solidFill>
              </a:defRPr>
            </a:pPr>
            <a:r>
              <a:t>AI新公司 · 三年进化路线图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L1：AI辅助阶段（第1年）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核心定位：AI做助手，人做决策</a:t>
            </a:r>
          </a:p>
          <a:p>
            <a:pPr>
              <a:spcAft>
                <a:spcPts val="800"/>
              </a:spcAft>
              <a:defRPr sz="1400"/>
            </a:pPr>
            <a:r>
              <a:t>• 关键指标：人力成本降低20%，效率提升50%</a:t>
            </a:r>
          </a:p>
          <a:p>
            <a:pPr>
              <a:spcAft>
                <a:spcPts val="800"/>
              </a:spcAft>
              <a:defRPr sz="1400"/>
            </a:pPr>
            <a:r>
              <a:t>• 预算投入：20-50万</a:t>
            </a:r>
          </a:p>
          <a:p>
            <a:pPr>
              <a:spcAft>
                <a:spcPts val="800"/>
              </a:spcAft>
              <a:defRPr sz="1400"/>
            </a:pPr>
            <a:r>
              <a:t>• 团队规模：3-5人</a:t>
            </a:r>
          </a:p>
          <a:p>
            <a:pPr>
              <a:spcAft>
                <a:spcPts val="800"/>
              </a:spcAft>
              <a:defRPr sz="1400"/>
            </a:pPr>
            <a:r>
              <a:t>• 风险点：老员工抵触，需做好沟通</a:t>
            </a:r>
          </a:p>
          <a:p>
            <a:pPr>
              <a:spcAft>
                <a:spcPts val="800"/>
              </a:spcAft>
              <a:defRPr sz="1400"/>
            </a:pPr>
            <a:r>
              <a:t>• 里程碑：跑通3个AI业务流程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L2：AI驱动阶段（第2年）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核心定位：AI做执行，人做监督</a:t>
            </a:r>
          </a:p>
          <a:p>
            <a:pPr>
              <a:spcAft>
                <a:spcPts val="800"/>
              </a:spcAft>
              <a:defRPr sz="1400"/>
            </a:pPr>
            <a:r>
              <a:t>• 关键指标：人力成本再降30%，效率提升200%</a:t>
            </a:r>
          </a:p>
          <a:p>
            <a:pPr>
              <a:spcAft>
                <a:spcPts val="800"/>
              </a:spcAft>
              <a:defRPr sz="1400"/>
            </a:pPr>
            <a:r>
              <a:t>• 预算投入：50-100万</a:t>
            </a:r>
          </a:p>
          <a:p>
            <a:pPr>
              <a:spcAft>
                <a:spcPts val="800"/>
              </a:spcAft>
              <a:defRPr sz="1400"/>
            </a:pPr>
            <a:r>
              <a:t>• 团队规模：8-12人</a:t>
            </a:r>
          </a:p>
          <a:p>
            <a:pPr>
              <a:spcAft>
                <a:spcPts val="800"/>
              </a:spcAft>
              <a:defRPr sz="1400"/>
            </a:pPr>
            <a:r>
              <a:t>• 风险点：新旧公司业务冲突加剧</a:t>
            </a:r>
          </a:p>
          <a:p>
            <a:pPr>
              <a:spcAft>
                <a:spcPts val="800"/>
              </a:spcAft>
              <a:defRPr sz="1400"/>
            </a:pPr>
            <a:r>
              <a:t>• 里程碑：新公司营收达旧公司30%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L3：AI自治阶段（第3年）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• 核心定位：AI做决策，人做战略</a:t>
            </a:r>
          </a:p>
          <a:p>
            <a:pPr>
              <a:spcAft>
                <a:spcPts val="800"/>
              </a:spcAft>
              <a:defRPr sz="1400"/>
            </a:pPr>
            <a:r>
              <a:t>• 关键指标：人均产值提升500%+</a:t>
            </a:r>
          </a:p>
          <a:p>
            <a:pPr>
              <a:spcAft>
                <a:spcPts val="800"/>
              </a:spcAft>
              <a:defRPr sz="1400"/>
            </a:pPr>
            <a:r>
              <a:t>• 预算投入：100万+（含融资）</a:t>
            </a:r>
          </a:p>
          <a:p>
            <a:pPr>
              <a:spcAft>
                <a:spcPts val="800"/>
              </a:spcAft>
              <a:defRPr sz="1400"/>
            </a:pPr>
            <a:r>
              <a:t>• 团队规模：15-25人</a:t>
            </a:r>
          </a:p>
          <a:p>
            <a:pPr>
              <a:spcAft>
                <a:spcPts val="800"/>
              </a:spcAft>
              <a:defRPr sz="1400"/>
            </a:pPr>
            <a:r>
              <a:t>• 风险点：监管合规，AI伦理</a:t>
            </a:r>
          </a:p>
          <a:p>
            <a:pPr>
              <a:spcAft>
                <a:spcPts val="800"/>
              </a:spcAft>
              <a:defRPr sz="1400"/>
            </a:pPr>
            <a:r>
              <a:t>• 里程碑：新公司营收超旧公司，完成交接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